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EFF0E2-9287-08F9-0CCF-6716A7E98A3E}"/>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1FACA2B3-710A-D682-29E5-BF3BE3BE6B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E020653E-49DD-E8F1-61DD-0A6DB6D77342}"/>
              </a:ext>
            </a:extLst>
          </p:cNvPr>
          <p:cNvSpPr>
            <a:spLocks noGrp="1"/>
          </p:cNvSpPr>
          <p:nvPr>
            <p:ph type="dt" sz="half" idx="10"/>
          </p:nvPr>
        </p:nvSpPr>
        <p:spPr/>
        <p:txBody>
          <a:bodyPr/>
          <a:lstStyle/>
          <a:p>
            <a:fld id="{BEA869C3-36EB-4840-AD9C-AB918F2A10CF}" type="datetimeFigureOut">
              <a:rPr lang="fr-FR" smtClean="0"/>
              <a:t>10/03/2026</a:t>
            </a:fld>
            <a:endParaRPr lang="fr-FR"/>
          </a:p>
        </p:txBody>
      </p:sp>
      <p:sp>
        <p:nvSpPr>
          <p:cNvPr id="5" name="Espace réservé du pied de page 4">
            <a:extLst>
              <a:ext uri="{FF2B5EF4-FFF2-40B4-BE49-F238E27FC236}">
                <a16:creationId xmlns:a16="http://schemas.microsoft.com/office/drawing/2014/main" id="{A425A228-3763-31E9-0F25-AA8D4D5379E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64160D2-2C09-B47B-9C8D-85191FBAE498}"/>
              </a:ext>
            </a:extLst>
          </p:cNvPr>
          <p:cNvSpPr>
            <a:spLocks noGrp="1"/>
          </p:cNvSpPr>
          <p:nvPr>
            <p:ph type="sldNum" sz="quarter" idx="12"/>
          </p:nvPr>
        </p:nvSpPr>
        <p:spPr/>
        <p:txBody>
          <a:bodyPr/>
          <a:lstStyle/>
          <a:p>
            <a:fld id="{D28C18AA-800E-41B2-A777-F4D3B9E2DFAE}" type="slidenum">
              <a:rPr lang="fr-FR" smtClean="0"/>
              <a:t>‹N°›</a:t>
            </a:fld>
            <a:endParaRPr lang="fr-FR"/>
          </a:p>
        </p:txBody>
      </p:sp>
    </p:spTree>
    <p:extLst>
      <p:ext uri="{BB962C8B-B14F-4D97-AF65-F5344CB8AC3E}">
        <p14:creationId xmlns:p14="http://schemas.microsoft.com/office/powerpoint/2010/main" val="41163364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4B53E1-3297-A764-B4A8-6FE4E058BEE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4C33BD7-61F3-009C-C2A7-6FB7AC32550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63798C5-F68C-A62F-306B-FE54714F41FA}"/>
              </a:ext>
            </a:extLst>
          </p:cNvPr>
          <p:cNvSpPr>
            <a:spLocks noGrp="1"/>
          </p:cNvSpPr>
          <p:nvPr>
            <p:ph type="dt" sz="half" idx="10"/>
          </p:nvPr>
        </p:nvSpPr>
        <p:spPr/>
        <p:txBody>
          <a:bodyPr/>
          <a:lstStyle/>
          <a:p>
            <a:fld id="{BEA869C3-36EB-4840-AD9C-AB918F2A10CF}" type="datetimeFigureOut">
              <a:rPr lang="fr-FR" smtClean="0"/>
              <a:t>10/03/2026</a:t>
            </a:fld>
            <a:endParaRPr lang="fr-FR"/>
          </a:p>
        </p:txBody>
      </p:sp>
      <p:sp>
        <p:nvSpPr>
          <p:cNvPr id="5" name="Espace réservé du pied de page 4">
            <a:extLst>
              <a:ext uri="{FF2B5EF4-FFF2-40B4-BE49-F238E27FC236}">
                <a16:creationId xmlns:a16="http://schemas.microsoft.com/office/drawing/2014/main" id="{B31CA0A2-45C4-74B6-11D9-B94AEA5E624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E9090BF-1D2F-3BA0-16E4-384E52242CBD}"/>
              </a:ext>
            </a:extLst>
          </p:cNvPr>
          <p:cNvSpPr>
            <a:spLocks noGrp="1"/>
          </p:cNvSpPr>
          <p:nvPr>
            <p:ph type="sldNum" sz="quarter" idx="12"/>
          </p:nvPr>
        </p:nvSpPr>
        <p:spPr/>
        <p:txBody>
          <a:bodyPr/>
          <a:lstStyle/>
          <a:p>
            <a:fld id="{D28C18AA-800E-41B2-A777-F4D3B9E2DFAE}" type="slidenum">
              <a:rPr lang="fr-FR" smtClean="0"/>
              <a:t>‹N°›</a:t>
            </a:fld>
            <a:endParaRPr lang="fr-FR"/>
          </a:p>
        </p:txBody>
      </p:sp>
    </p:spTree>
    <p:extLst>
      <p:ext uri="{BB962C8B-B14F-4D97-AF65-F5344CB8AC3E}">
        <p14:creationId xmlns:p14="http://schemas.microsoft.com/office/powerpoint/2010/main" val="693068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D16445-5BEF-6589-D7D8-2C7BC1D6D8C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50130365-395D-11CA-8913-6C1D18D68C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36F5630-891A-A0A7-C55A-A0B8FB202704}"/>
              </a:ext>
            </a:extLst>
          </p:cNvPr>
          <p:cNvSpPr>
            <a:spLocks noGrp="1"/>
          </p:cNvSpPr>
          <p:nvPr>
            <p:ph type="dt" sz="half" idx="10"/>
          </p:nvPr>
        </p:nvSpPr>
        <p:spPr/>
        <p:txBody>
          <a:bodyPr/>
          <a:lstStyle/>
          <a:p>
            <a:fld id="{BEA869C3-36EB-4840-AD9C-AB918F2A10CF}" type="datetimeFigureOut">
              <a:rPr lang="fr-FR" smtClean="0"/>
              <a:t>10/03/2026</a:t>
            </a:fld>
            <a:endParaRPr lang="fr-FR"/>
          </a:p>
        </p:txBody>
      </p:sp>
      <p:sp>
        <p:nvSpPr>
          <p:cNvPr id="5" name="Espace réservé du pied de page 4">
            <a:extLst>
              <a:ext uri="{FF2B5EF4-FFF2-40B4-BE49-F238E27FC236}">
                <a16:creationId xmlns:a16="http://schemas.microsoft.com/office/drawing/2014/main" id="{E0AF0EDD-8D38-F9F0-72FE-C6CD544D0D0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F5B5F0D-E0DE-540A-36EB-0330D552AC92}"/>
              </a:ext>
            </a:extLst>
          </p:cNvPr>
          <p:cNvSpPr>
            <a:spLocks noGrp="1"/>
          </p:cNvSpPr>
          <p:nvPr>
            <p:ph type="sldNum" sz="quarter" idx="12"/>
          </p:nvPr>
        </p:nvSpPr>
        <p:spPr/>
        <p:txBody>
          <a:bodyPr/>
          <a:lstStyle/>
          <a:p>
            <a:fld id="{D28C18AA-800E-41B2-A777-F4D3B9E2DFAE}" type="slidenum">
              <a:rPr lang="fr-FR" smtClean="0"/>
              <a:t>‹N°›</a:t>
            </a:fld>
            <a:endParaRPr lang="fr-FR"/>
          </a:p>
        </p:txBody>
      </p:sp>
    </p:spTree>
    <p:extLst>
      <p:ext uri="{BB962C8B-B14F-4D97-AF65-F5344CB8AC3E}">
        <p14:creationId xmlns:p14="http://schemas.microsoft.com/office/powerpoint/2010/main" val="1488656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CC2ECF-6A86-A06B-842C-A850656531D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EEEE43C-D183-F8BA-DCF3-41C1DDE71A6B}"/>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26F65EA6-2BDD-5FED-C94D-0CC4D547072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B8C34081-E552-B0C2-5EE3-BBFC1ACB1771}"/>
              </a:ext>
            </a:extLst>
          </p:cNvPr>
          <p:cNvSpPr>
            <a:spLocks noGrp="1"/>
          </p:cNvSpPr>
          <p:nvPr>
            <p:ph type="dt" sz="half" idx="10"/>
          </p:nvPr>
        </p:nvSpPr>
        <p:spPr/>
        <p:txBody>
          <a:bodyPr/>
          <a:lstStyle/>
          <a:p>
            <a:fld id="{BEA869C3-36EB-4840-AD9C-AB918F2A10CF}" type="datetimeFigureOut">
              <a:rPr lang="fr-FR" smtClean="0"/>
              <a:t>10/03/2026</a:t>
            </a:fld>
            <a:endParaRPr lang="fr-FR"/>
          </a:p>
        </p:txBody>
      </p:sp>
      <p:sp>
        <p:nvSpPr>
          <p:cNvPr id="6" name="Espace réservé du pied de page 5">
            <a:extLst>
              <a:ext uri="{FF2B5EF4-FFF2-40B4-BE49-F238E27FC236}">
                <a16:creationId xmlns:a16="http://schemas.microsoft.com/office/drawing/2014/main" id="{C5D9B648-2A89-BB7E-D67C-0F82945288F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DE58FD9-F7E5-4DDE-B21C-3C52E9C840FC}"/>
              </a:ext>
            </a:extLst>
          </p:cNvPr>
          <p:cNvSpPr>
            <a:spLocks noGrp="1"/>
          </p:cNvSpPr>
          <p:nvPr>
            <p:ph type="sldNum" sz="quarter" idx="12"/>
          </p:nvPr>
        </p:nvSpPr>
        <p:spPr/>
        <p:txBody>
          <a:bodyPr/>
          <a:lstStyle/>
          <a:p>
            <a:fld id="{D28C18AA-800E-41B2-A777-F4D3B9E2DFAE}" type="slidenum">
              <a:rPr lang="fr-FR" smtClean="0"/>
              <a:t>‹N°›</a:t>
            </a:fld>
            <a:endParaRPr lang="fr-FR"/>
          </a:p>
        </p:txBody>
      </p:sp>
    </p:spTree>
    <p:extLst>
      <p:ext uri="{BB962C8B-B14F-4D97-AF65-F5344CB8AC3E}">
        <p14:creationId xmlns:p14="http://schemas.microsoft.com/office/powerpoint/2010/main" val="3705464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8A00CE-594C-2B2D-C582-4D647E133661}"/>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77D58AD4-B1E7-3DEC-E7E0-2AE91FFD41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BAA3AF5-54FB-BE76-827F-6A2ACA0966F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3CCD209C-0255-0382-9226-B67B4F9FAA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9A9F17B-F403-629A-AA46-6BFB3B4C898B}"/>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D704C37-18A8-9EA4-497C-1B7D5855D0E2}"/>
              </a:ext>
            </a:extLst>
          </p:cNvPr>
          <p:cNvSpPr>
            <a:spLocks noGrp="1"/>
          </p:cNvSpPr>
          <p:nvPr>
            <p:ph type="dt" sz="half" idx="10"/>
          </p:nvPr>
        </p:nvSpPr>
        <p:spPr/>
        <p:txBody>
          <a:bodyPr/>
          <a:lstStyle/>
          <a:p>
            <a:fld id="{BEA869C3-36EB-4840-AD9C-AB918F2A10CF}" type="datetimeFigureOut">
              <a:rPr lang="fr-FR" smtClean="0"/>
              <a:t>10/03/2026</a:t>
            </a:fld>
            <a:endParaRPr lang="fr-FR"/>
          </a:p>
        </p:txBody>
      </p:sp>
      <p:sp>
        <p:nvSpPr>
          <p:cNvPr id="8" name="Espace réservé du pied de page 7">
            <a:extLst>
              <a:ext uri="{FF2B5EF4-FFF2-40B4-BE49-F238E27FC236}">
                <a16:creationId xmlns:a16="http://schemas.microsoft.com/office/drawing/2014/main" id="{49516DB5-85A8-F4EE-1DDF-1673B3E93465}"/>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5C4F7DF0-5737-8D80-28D8-DA0F03A33409}"/>
              </a:ext>
            </a:extLst>
          </p:cNvPr>
          <p:cNvSpPr>
            <a:spLocks noGrp="1"/>
          </p:cNvSpPr>
          <p:nvPr>
            <p:ph type="sldNum" sz="quarter" idx="12"/>
          </p:nvPr>
        </p:nvSpPr>
        <p:spPr/>
        <p:txBody>
          <a:bodyPr/>
          <a:lstStyle/>
          <a:p>
            <a:fld id="{D28C18AA-800E-41B2-A777-F4D3B9E2DFAE}" type="slidenum">
              <a:rPr lang="fr-FR" smtClean="0"/>
              <a:t>‹N°›</a:t>
            </a:fld>
            <a:endParaRPr lang="fr-FR"/>
          </a:p>
        </p:txBody>
      </p:sp>
    </p:spTree>
    <p:extLst>
      <p:ext uri="{BB962C8B-B14F-4D97-AF65-F5344CB8AC3E}">
        <p14:creationId xmlns:p14="http://schemas.microsoft.com/office/powerpoint/2010/main" val="1672188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7CF9189-04D7-B977-DE61-82E8C56EB5F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1F64828-C902-CF84-090E-5BC68096C5A9}"/>
              </a:ext>
            </a:extLst>
          </p:cNvPr>
          <p:cNvSpPr>
            <a:spLocks noGrp="1"/>
          </p:cNvSpPr>
          <p:nvPr>
            <p:ph type="dt" sz="half" idx="10"/>
          </p:nvPr>
        </p:nvSpPr>
        <p:spPr/>
        <p:txBody>
          <a:bodyPr/>
          <a:lstStyle/>
          <a:p>
            <a:fld id="{BEA869C3-36EB-4840-AD9C-AB918F2A10CF}" type="datetimeFigureOut">
              <a:rPr lang="fr-FR" smtClean="0"/>
              <a:t>10/03/2026</a:t>
            </a:fld>
            <a:endParaRPr lang="fr-FR"/>
          </a:p>
        </p:txBody>
      </p:sp>
      <p:sp>
        <p:nvSpPr>
          <p:cNvPr id="4" name="Espace réservé du pied de page 3">
            <a:extLst>
              <a:ext uri="{FF2B5EF4-FFF2-40B4-BE49-F238E27FC236}">
                <a16:creationId xmlns:a16="http://schemas.microsoft.com/office/drawing/2014/main" id="{1060AEAA-E7CA-B587-D65D-EE63C779ED8E}"/>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8058A781-3A0F-BD62-56EB-965A8A85A61A}"/>
              </a:ext>
            </a:extLst>
          </p:cNvPr>
          <p:cNvSpPr>
            <a:spLocks noGrp="1"/>
          </p:cNvSpPr>
          <p:nvPr>
            <p:ph type="sldNum" sz="quarter" idx="12"/>
          </p:nvPr>
        </p:nvSpPr>
        <p:spPr/>
        <p:txBody>
          <a:bodyPr/>
          <a:lstStyle/>
          <a:p>
            <a:fld id="{D28C18AA-800E-41B2-A777-F4D3B9E2DFAE}" type="slidenum">
              <a:rPr lang="fr-FR" smtClean="0"/>
              <a:t>‹N°›</a:t>
            </a:fld>
            <a:endParaRPr lang="fr-FR"/>
          </a:p>
        </p:txBody>
      </p:sp>
    </p:spTree>
    <p:extLst>
      <p:ext uri="{BB962C8B-B14F-4D97-AF65-F5344CB8AC3E}">
        <p14:creationId xmlns:p14="http://schemas.microsoft.com/office/powerpoint/2010/main" val="3821562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010593D-3EBC-1F73-DE0E-DC941FAF90BB}"/>
              </a:ext>
            </a:extLst>
          </p:cNvPr>
          <p:cNvSpPr>
            <a:spLocks noGrp="1"/>
          </p:cNvSpPr>
          <p:nvPr>
            <p:ph type="dt" sz="half" idx="10"/>
          </p:nvPr>
        </p:nvSpPr>
        <p:spPr/>
        <p:txBody>
          <a:bodyPr/>
          <a:lstStyle/>
          <a:p>
            <a:fld id="{BEA869C3-36EB-4840-AD9C-AB918F2A10CF}" type="datetimeFigureOut">
              <a:rPr lang="fr-FR" smtClean="0"/>
              <a:t>10/03/2026</a:t>
            </a:fld>
            <a:endParaRPr lang="fr-FR"/>
          </a:p>
        </p:txBody>
      </p:sp>
      <p:sp>
        <p:nvSpPr>
          <p:cNvPr id="3" name="Espace réservé du pied de page 2">
            <a:extLst>
              <a:ext uri="{FF2B5EF4-FFF2-40B4-BE49-F238E27FC236}">
                <a16:creationId xmlns:a16="http://schemas.microsoft.com/office/drawing/2014/main" id="{FAD43F3B-2C82-1312-AAB0-505AA203D758}"/>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D627F7FE-443E-869D-A1A1-EFAC5194A33F}"/>
              </a:ext>
            </a:extLst>
          </p:cNvPr>
          <p:cNvSpPr>
            <a:spLocks noGrp="1"/>
          </p:cNvSpPr>
          <p:nvPr>
            <p:ph type="sldNum" sz="quarter" idx="12"/>
          </p:nvPr>
        </p:nvSpPr>
        <p:spPr/>
        <p:txBody>
          <a:bodyPr/>
          <a:lstStyle/>
          <a:p>
            <a:fld id="{D28C18AA-800E-41B2-A777-F4D3B9E2DFAE}" type="slidenum">
              <a:rPr lang="fr-FR" smtClean="0"/>
              <a:t>‹N°›</a:t>
            </a:fld>
            <a:endParaRPr lang="fr-FR"/>
          </a:p>
        </p:txBody>
      </p:sp>
    </p:spTree>
    <p:extLst>
      <p:ext uri="{BB962C8B-B14F-4D97-AF65-F5344CB8AC3E}">
        <p14:creationId xmlns:p14="http://schemas.microsoft.com/office/powerpoint/2010/main" val="869596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2865A1-AB78-5F58-CFB2-0A95F9E7221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BF02FCF5-6693-FD7E-C43F-4836D2F0F0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B4BD33B-0DA8-2911-E147-A84B3B0D2A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648BC1E-B2CD-A85F-E4E8-B74037004860}"/>
              </a:ext>
            </a:extLst>
          </p:cNvPr>
          <p:cNvSpPr>
            <a:spLocks noGrp="1"/>
          </p:cNvSpPr>
          <p:nvPr>
            <p:ph type="dt" sz="half" idx="10"/>
          </p:nvPr>
        </p:nvSpPr>
        <p:spPr/>
        <p:txBody>
          <a:bodyPr/>
          <a:lstStyle/>
          <a:p>
            <a:fld id="{BEA869C3-36EB-4840-AD9C-AB918F2A10CF}" type="datetimeFigureOut">
              <a:rPr lang="fr-FR" smtClean="0"/>
              <a:t>10/03/2026</a:t>
            </a:fld>
            <a:endParaRPr lang="fr-FR"/>
          </a:p>
        </p:txBody>
      </p:sp>
      <p:sp>
        <p:nvSpPr>
          <p:cNvPr id="6" name="Espace réservé du pied de page 5">
            <a:extLst>
              <a:ext uri="{FF2B5EF4-FFF2-40B4-BE49-F238E27FC236}">
                <a16:creationId xmlns:a16="http://schemas.microsoft.com/office/drawing/2014/main" id="{DB2F7192-7F31-A171-D8E4-5D66C745DB5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5A03F21-6652-C944-C374-02576EB7B089}"/>
              </a:ext>
            </a:extLst>
          </p:cNvPr>
          <p:cNvSpPr>
            <a:spLocks noGrp="1"/>
          </p:cNvSpPr>
          <p:nvPr>
            <p:ph type="sldNum" sz="quarter" idx="12"/>
          </p:nvPr>
        </p:nvSpPr>
        <p:spPr/>
        <p:txBody>
          <a:bodyPr/>
          <a:lstStyle/>
          <a:p>
            <a:fld id="{D28C18AA-800E-41B2-A777-F4D3B9E2DFAE}" type="slidenum">
              <a:rPr lang="fr-FR" smtClean="0"/>
              <a:t>‹N°›</a:t>
            </a:fld>
            <a:endParaRPr lang="fr-FR"/>
          </a:p>
        </p:txBody>
      </p:sp>
    </p:spTree>
    <p:extLst>
      <p:ext uri="{BB962C8B-B14F-4D97-AF65-F5344CB8AC3E}">
        <p14:creationId xmlns:p14="http://schemas.microsoft.com/office/powerpoint/2010/main" val="1915304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C85C3-0A7D-9FAF-43DC-17158747AA4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C3BA93E6-172E-46DB-88E7-232D18DA79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CA4E5A49-1AFC-2849-E8A1-048C0FCCE8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923D9BA-C9A8-ECC4-7219-375B5C49971A}"/>
              </a:ext>
            </a:extLst>
          </p:cNvPr>
          <p:cNvSpPr>
            <a:spLocks noGrp="1"/>
          </p:cNvSpPr>
          <p:nvPr>
            <p:ph type="dt" sz="half" idx="10"/>
          </p:nvPr>
        </p:nvSpPr>
        <p:spPr/>
        <p:txBody>
          <a:bodyPr/>
          <a:lstStyle/>
          <a:p>
            <a:fld id="{BEA869C3-36EB-4840-AD9C-AB918F2A10CF}" type="datetimeFigureOut">
              <a:rPr lang="fr-FR" smtClean="0"/>
              <a:t>10/03/2026</a:t>
            </a:fld>
            <a:endParaRPr lang="fr-FR"/>
          </a:p>
        </p:txBody>
      </p:sp>
      <p:sp>
        <p:nvSpPr>
          <p:cNvPr id="6" name="Espace réservé du pied de page 5">
            <a:extLst>
              <a:ext uri="{FF2B5EF4-FFF2-40B4-BE49-F238E27FC236}">
                <a16:creationId xmlns:a16="http://schemas.microsoft.com/office/drawing/2014/main" id="{87BA0BF8-EDB6-BD35-E0BC-3709B4C79C1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589FF92-062F-CFAD-8337-53D38144CD93}"/>
              </a:ext>
            </a:extLst>
          </p:cNvPr>
          <p:cNvSpPr>
            <a:spLocks noGrp="1"/>
          </p:cNvSpPr>
          <p:nvPr>
            <p:ph type="sldNum" sz="quarter" idx="12"/>
          </p:nvPr>
        </p:nvSpPr>
        <p:spPr/>
        <p:txBody>
          <a:bodyPr/>
          <a:lstStyle/>
          <a:p>
            <a:fld id="{D28C18AA-800E-41B2-A777-F4D3B9E2DFAE}" type="slidenum">
              <a:rPr lang="fr-FR" smtClean="0"/>
              <a:t>‹N°›</a:t>
            </a:fld>
            <a:endParaRPr lang="fr-FR"/>
          </a:p>
        </p:txBody>
      </p:sp>
    </p:spTree>
    <p:extLst>
      <p:ext uri="{BB962C8B-B14F-4D97-AF65-F5344CB8AC3E}">
        <p14:creationId xmlns:p14="http://schemas.microsoft.com/office/powerpoint/2010/main" val="297269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5543AE-3C4E-D605-EF95-360974743144}"/>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BF1433B-11F5-97B1-8DA0-0E3C77E959E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DEB865C-684A-03A2-C825-C5984FF1861D}"/>
              </a:ext>
            </a:extLst>
          </p:cNvPr>
          <p:cNvSpPr>
            <a:spLocks noGrp="1"/>
          </p:cNvSpPr>
          <p:nvPr>
            <p:ph type="dt" sz="half" idx="10"/>
          </p:nvPr>
        </p:nvSpPr>
        <p:spPr/>
        <p:txBody>
          <a:bodyPr/>
          <a:lstStyle/>
          <a:p>
            <a:fld id="{BEA869C3-36EB-4840-AD9C-AB918F2A10CF}" type="datetimeFigureOut">
              <a:rPr lang="fr-FR" smtClean="0"/>
              <a:t>10/03/2026</a:t>
            </a:fld>
            <a:endParaRPr lang="fr-FR"/>
          </a:p>
        </p:txBody>
      </p:sp>
      <p:sp>
        <p:nvSpPr>
          <p:cNvPr id="5" name="Espace réservé du pied de page 4">
            <a:extLst>
              <a:ext uri="{FF2B5EF4-FFF2-40B4-BE49-F238E27FC236}">
                <a16:creationId xmlns:a16="http://schemas.microsoft.com/office/drawing/2014/main" id="{03EE99C2-E6A7-7691-E38C-79AA7CB890A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13BF28F-EAC4-B20A-605A-FB80CB73B238}"/>
              </a:ext>
            </a:extLst>
          </p:cNvPr>
          <p:cNvSpPr>
            <a:spLocks noGrp="1"/>
          </p:cNvSpPr>
          <p:nvPr>
            <p:ph type="sldNum" sz="quarter" idx="12"/>
          </p:nvPr>
        </p:nvSpPr>
        <p:spPr/>
        <p:txBody>
          <a:bodyPr/>
          <a:lstStyle/>
          <a:p>
            <a:fld id="{D28C18AA-800E-41B2-A777-F4D3B9E2DFAE}" type="slidenum">
              <a:rPr lang="fr-FR" smtClean="0"/>
              <a:t>‹N°›</a:t>
            </a:fld>
            <a:endParaRPr lang="fr-FR"/>
          </a:p>
        </p:txBody>
      </p:sp>
    </p:spTree>
    <p:extLst>
      <p:ext uri="{BB962C8B-B14F-4D97-AF65-F5344CB8AC3E}">
        <p14:creationId xmlns:p14="http://schemas.microsoft.com/office/powerpoint/2010/main" val="2337618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1C8B64C-B492-517E-3827-A0DA5812E168}"/>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215250E7-A4BF-395E-581A-0591DBEEC9CE}"/>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4DC3A58-70C6-B6B2-F2B2-332C6BEFD4CE}"/>
              </a:ext>
            </a:extLst>
          </p:cNvPr>
          <p:cNvSpPr>
            <a:spLocks noGrp="1"/>
          </p:cNvSpPr>
          <p:nvPr>
            <p:ph type="dt" sz="half" idx="10"/>
          </p:nvPr>
        </p:nvSpPr>
        <p:spPr/>
        <p:txBody>
          <a:bodyPr/>
          <a:lstStyle/>
          <a:p>
            <a:fld id="{BEA869C3-36EB-4840-AD9C-AB918F2A10CF}" type="datetimeFigureOut">
              <a:rPr lang="fr-FR" smtClean="0"/>
              <a:t>10/03/2026</a:t>
            </a:fld>
            <a:endParaRPr lang="fr-FR"/>
          </a:p>
        </p:txBody>
      </p:sp>
      <p:sp>
        <p:nvSpPr>
          <p:cNvPr id="5" name="Espace réservé du pied de page 4">
            <a:extLst>
              <a:ext uri="{FF2B5EF4-FFF2-40B4-BE49-F238E27FC236}">
                <a16:creationId xmlns:a16="http://schemas.microsoft.com/office/drawing/2014/main" id="{2B5E045D-6A8F-F199-79ED-EEDF6FD3F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88E0AE4-0607-59CA-3833-D1891A30B232}"/>
              </a:ext>
            </a:extLst>
          </p:cNvPr>
          <p:cNvSpPr>
            <a:spLocks noGrp="1"/>
          </p:cNvSpPr>
          <p:nvPr>
            <p:ph type="sldNum" sz="quarter" idx="12"/>
          </p:nvPr>
        </p:nvSpPr>
        <p:spPr/>
        <p:txBody>
          <a:bodyPr/>
          <a:lstStyle/>
          <a:p>
            <a:fld id="{D28C18AA-800E-41B2-A777-F4D3B9E2DFAE}" type="slidenum">
              <a:rPr lang="fr-FR" smtClean="0"/>
              <a:t>‹N°›</a:t>
            </a:fld>
            <a:endParaRPr lang="fr-FR"/>
          </a:p>
        </p:txBody>
      </p:sp>
    </p:spTree>
    <p:extLst>
      <p:ext uri="{BB962C8B-B14F-4D97-AF65-F5344CB8AC3E}">
        <p14:creationId xmlns:p14="http://schemas.microsoft.com/office/powerpoint/2010/main" val="2216565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78D330F-C849-AB9A-34F5-C7E62E17ED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D143D727-78D4-6869-44A4-A00899F2DA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D6B0801-40D7-9918-711C-CA47FA3C49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A869C3-36EB-4840-AD9C-AB918F2A10CF}" type="datetimeFigureOut">
              <a:rPr lang="fr-FR" smtClean="0"/>
              <a:t>10/03/2026</a:t>
            </a:fld>
            <a:endParaRPr lang="fr-FR"/>
          </a:p>
        </p:txBody>
      </p:sp>
      <p:sp>
        <p:nvSpPr>
          <p:cNvPr id="5" name="Espace réservé du pied de page 4">
            <a:extLst>
              <a:ext uri="{FF2B5EF4-FFF2-40B4-BE49-F238E27FC236}">
                <a16:creationId xmlns:a16="http://schemas.microsoft.com/office/drawing/2014/main" id="{C36A8A13-0F1B-13A0-59B1-3461DA445E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5E7A10D3-06F7-B304-8200-7302C0CA16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8C18AA-800E-41B2-A777-F4D3B9E2DFAE}" type="slidenum">
              <a:rPr lang="fr-FR" smtClean="0"/>
              <a:t>‹N°›</a:t>
            </a:fld>
            <a:endParaRPr lang="fr-FR"/>
          </a:p>
        </p:txBody>
      </p:sp>
    </p:spTree>
    <p:extLst>
      <p:ext uri="{BB962C8B-B14F-4D97-AF65-F5344CB8AC3E}">
        <p14:creationId xmlns:p14="http://schemas.microsoft.com/office/powerpoint/2010/main" val="28993797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E2BD59B1-4896-45CE-46AC-BDF2ECF8EDC8}"/>
              </a:ext>
            </a:extLst>
          </p:cNvPr>
          <p:cNvPicPr>
            <a:picLocks noChangeAspect="1"/>
          </p:cNvPicPr>
          <p:nvPr/>
        </p:nvPicPr>
        <p:blipFill>
          <a:blip r:embed="rId2"/>
          <a:stretch>
            <a:fillRect/>
          </a:stretch>
        </p:blipFill>
        <p:spPr>
          <a:xfrm>
            <a:off x="-2165" y="0"/>
            <a:ext cx="12196330" cy="6858000"/>
          </a:xfrm>
          <a:prstGeom prst="rect">
            <a:avLst/>
          </a:prstGeom>
        </p:spPr>
      </p:pic>
      <p:sp>
        <p:nvSpPr>
          <p:cNvPr id="2" name="Titre 1">
            <a:extLst>
              <a:ext uri="{FF2B5EF4-FFF2-40B4-BE49-F238E27FC236}">
                <a16:creationId xmlns:a16="http://schemas.microsoft.com/office/drawing/2014/main" id="{8A0022A3-343C-74CD-C7C0-387EBCE8F861}"/>
              </a:ext>
            </a:extLst>
          </p:cNvPr>
          <p:cNvSpPr>
            <a:spLocks noGrp="1"/>
          </p:cNvSpPr>
          <p:nvPr>
            <p:ph type="ctrTitle"/>
          </p:nvPr>
        </p:nvSpPr>
        <p:spPr/>
        <p:txBody>
          <a:bodyPr/>
          <a:lstStyle/>
          <a:p>
            <a:r>
              <a:rPr lang="fr-FR" dirty="0">
                <a:solidFill>
                  <a:schemeClr val="bg1"/>
                </a:solidFill>
              </a:rPr>
              <a:t>Présentation du projet Python</a:t>
            </a:r>
          </a:p>
        </p:txBody>
      </p:sp>
      <p:sp>
        <p:nvSpPr>
          <p:cNvPr id="3" name="Sous-titre 2">
            <a:extLst>
              <a:ext uri="{FF2B5EF4-FFF2-40B4-BE49-F238E27FC236}">
                <a16:creationId xmlns:a16="http://schemas.microsoft.com/office/drawing/2014/main" id="{E5D94F3D-56FE-0CB5-7ED4-C9CA1D296583}"/>
              </a:ext>
            </a:extLst>
          </p:cNvPr>
          <p:cNvSpPr>
            <a:spLocks noGrp="1"/>
          </p:cNvSpPr>
          <p:nvPr>
            <p:ph type="subTitle" idx="1"/>
          </p:nvPr>
        </p:nvSpPr>
        <p:spPr/>
        <p:txBody>
          <a:bodyPr>
            <a:normAutofit/>
          </a:bodyPr>
          <a:lstStyle/>
          <a:p>
            <a:r>
              <a:rPr lang="fr-FR" dirty="0">
                <a:solidFill>
                  <a:schemeClr val="bg1"/>
                </a:solidFill>
              </a:rPr>
              <a:t>Réalisé par Alexandre Jaouen-Garcia</a:t>
            </a:r>
          </a:p>
          <a:p>
            <a:r>
              <a:rPr lang="fr-FR" dirty="0">
                <a:solidFill>
                  <a:schemeClr val="bg1"/>
                </a:solidFill>
              </a:rPr>
              <a:t>Louis Lefebvre</a:t>
            </a:r>
          </a:p>
          <a:p>
            <a:r>
              <a:rPr lang="fr-FR" dirty="0">
                <a:solidFill>
                  <a:schemeClr val="bg1"/>
                </a:solidFill>
              </a:rPr>
              <a:t>Bogdan Kaltrachian</a:t>
            </a:r>
          </a:p>
        </p:txBody>
      </p:sp>
    </p:spTree>
    <p:extLst>
      <p:ext uri="{BB962C8B-B14F-4D97-AF65-F5344CB8AC3E}">
        <p14:creationId xmlns:p14="http://schemas.microsoft.com/office/powerpoint/2010/main" val="181504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CBB2CC16-1D09-2AD8-81BB-2FD0D3722B88}"/>
              </a:ext>
            </a:extLst>
          </p:cNvPr>
          <p:cNvPicPr>
            <a:picLocks noChangeAspect="1"/>
          </p:cNvPicPr>
          <p:nvPr/>
        </p:nvPicPr>
        <p:blipFill>
          <a:blip r:embed="rId2"/>
          <a:stretch>
            <a:fillRect/>
          </a:stretch>
        </p:blipFill>
        <p:spPr>
          <a:xfrm>
            <a:off x="0" y="1217"/>
            <a:ext cx="12194165" cy="6856783"/>
          </a:xfrm>
          <a:prstGeom prst="rect">
            <a:avLst/>
          </a:prstGeom>
        </p:spPr>
      </p:pic>
      <p:sp>
        <p:nvSpPr>
          <p:cNvPr id="2" name="Titre 1">
            <a:extLst>
              <a:ext uri="{FF2B5EF4-FFF2-40B4-BE49-F238E27FC236}">
                <a16:creationId xmlns:a16="http://schemas.microsoft.com/office/drawing/2014/main" id="{CEB0D419-2E06-E165-2BAC-C8ABA85D860E}"/>
              </a:ext>
            </a:extLst>
          </p:cNvPr>
          <p:cNvSpPr>
            <a:spLocks noGrp="1"/>
          </p:cNvSpPr>
          <p:nvPr>
            <p:ph type="title"/>
          </p:nvPr>
        </p:nvSpPr>
        <p:spPr/>
        <p:txBody>
          <a:bodyPr/>
          <a:lstStyle/>
          <a:p>
            <a:r>
              <a:rPr lang="fr-FR" dirty="0">
                <a:solidFill>
                  <a:schemeClr val="bg1"/>
                </a:solidFill>
              </a:rPr>
              <a:t>C’est quoi une Interface Homme Machine (IHM)</a:t>
            </a:r>
          </a:p>
        </p:txBody>
      </p:sp>
      <p:sp>
        <p:nvSpPr>
          <p:cNvPr id="3" name="Espace réservé du contenu 2">
            <a:extLst>
              <a:ext uri="{FF2B5EF4-FFF2-40B4-BE49-F238E27FC236}">
                <a16:creationId xmlns:a16="http://schemas.microsoft.com/office/drawing/2014/main" id="{B1C5EDF1-C2C3-5223-C571-39F39AB1B150}"/>
              </a:ext>
            </a:extLst>
          </p:cNvPr>
          <p:cNvSpPr>
            <a:spLocks noGrp="1"/>
          </p:cNvSpPr>
          <p:nvPr>
            <p:ph idx="1"/>
          </p:nvPr>
        </p:nvSpPr>
        <p:spPr/>
        <p:txBody>
          <a:bodyPr>
            <a:normAutofit/>
          </a:bodyPr>
          <a:lstStyle/>
          <a:p>
            <a:r>
              <a:rPr lang="fr-FR" sz="2000" dirty="0">
                <a:solidFill>
                  <a:schemeClr val="bg1"/>
                </a:solidFill>
              </a:rPr>
              <a:t>Une IHM est une interface qui fait référence à un tableau de bord qui permet à un utilisateur de communiquer avec une machine, un programme informatique ou un système. Elle sert généralement à afficher et enregistrer les données collectées ou calculées par ces automates et autres contrôleurs, et à gérer les données à contrôler.</a:t>
            </a:r>
          </a:p>
          <a:p>
            <a:r>
              <a:rPr lang="fr-FR" sz="2000" dirty="0">
                <a:solidFill>
                  <a:schemeClr val="bg1"/>
                </a:solidFill>
              </a:rPr>
              <a:t>Nous avons fait fonctionner une IHM en codant un programme Python en différentes parties fonctionnelles.</a:t>
            </a:r>
          </a:p>
        </p:txBody>
      </p:sp>
    </p:spTree>
    <p:extLst>
      <p:ext uri="{BB962C8B-B14F-4D97-AF65-F5344CB8AC3E}">
        <p14:creationId xmlns:p14="http://schemas.microsoft.com/office/powerpoint/2010/main" val="2753378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896AAF27-FE88-49AF-DBF3-749C7BDF502F}"/>
              </a:ext>
            </a:extLst>
          </p:cNvPr>
          <p:cNvPicPr>
            <a:picLocks noChangeAspect="1"/>
          </p:cNvPicPr>
          <p:nvPr/>
        </p:nvPicPr>
        <p:blipFill>
          <a:blip r:embed="rId2"/>
          <a:stretch>
            <a:fillRect/>
          </a:stretch>
        </p:blipFill>
        <p:spPr>
          <a:xfrm>
            <a:off x="0" y="1217"/>
            <a:ext cx="12194165" cy="6856783"/>
          </a:xfrm>
          <a:prstGeom prst="rect">
            <a:avLst/>
          </a:prstGeom>
        </p:spPr>
      </p:pic>
      <p:sp>
        <p:nvSpPr>
          <p:cNvPr id="2" name="Titre 1">
            <a:extLst>
              <a:ext uri="{FF2B5EF4-FFF2-40B4-BE49-F238E27FC236}">
                <a16:creationId xmlns:a16="http://schemas.microsoft.com/office/drawing/2014/main" id="{93C3BE98-CDB0-A244-2BC4-62DF17C8AB44}"/>
              </a:ext>
            </a:extLst>
          </p:cNvPr>
          <p:cNvSpPr>
            <a:spLocks noGrp="1"/>
          </p:cNvSpPr>
          <p:nvPr>
            <p:ph type="title"/>
          </p:nvPr>
        </p:nvSpPr>
        <p:spPr/>
        <p:txBody>
          <a:bodyPr/>
          <a:lstStyle/>
          <a:p>
            <a:r>
              <a:rPr lang="fr-FR" dirty="0">
                <a:solidFill>
                  <a:schemeClr val="bg1"/>
                </a:solidFill>
              </a:rPr>
              <a:t>Comment fonctionne notre IHM</a:t>
            </a:r>
          </a:p>
        </p:txBody>
      </p:sp>
      <p:sp>
        <p:nvSpPr>
          <p:cNvPr id="3" name="Espace réservé du contenu 2">
            <a:extLst>
              <a:ext uri="{FF2B5EF4-FFF2-40B4-BE49-F238E27FC236}">
                <a16:creationId xmlns:a16="http://schemas.microsoft.com/office/drawing/2014/main" id="{0E43070E-2AC6-7946-D40A-488320262EA0}"/>
              </a:ext>
            </a:extLst>
          </p:cNvPr>
          <p:cNvSpPr>
            <a:spLocks noGrp="1"/>
          </p:cNvSpPr>
          <p:nvPr>
            <p:ph idx="1"/>
          </p:nvPr>
        </p:nvSpPr>
        <p:spPr/>
        <p:txBody>
          <a:bodyPr>
            <a:normAutofit/>
          </a:bodyPr>
          <a:lstStyle/>
          <a:p>
            <a:r>
              <a:rPr lang="fr-FR" sz="2000" dirty="0">
                <a:solidFill>
                  <a:schemeClr val="bg1"/>
                </a:solidFill>
              </a:rPr>
              <a:t>Pour commencer, notre programme prend les données d’un tableau Excel sur le Baccalauréat avec beaucoup de différentes colonnes, et ces données sont incrémentées en langage Pandas sous forme d’un autre tableau synthétisé pour ne laisser voir que les colonnes qui nous sont réellement utiles.</a:t>
            </a:r>
          </a:p>
          <a:p>
            <a:r>
              <a:rPr lang="fr-FR" sz="2000" dirty="0">
                <a:solidFill>
                  <a:schemeClr val="bg1"/>
                </a:solidFill>
              </a:rPr>
              <a:t>On fait ensuite des graphiques et diagrammes de formes et buts différents afin de représenter au mieux les informations les plus importantes présentes dans le tableau Pandas.</a:t>
            </a:r>
          </a:p>
          <a:p>
            <a:r>
              <a:rPr lang="fr-FR" sz="2000" dirty="0">
                <a:solidFill>
                  <a:schemeClr val="bg1"/>
                </a:solidFill>
              </a:rPr>
              <a:t>Ces graphiques et diagrammes sont ensuite transposés en langage </a:t>
            </a:r>
            <a:r>
              <a:rPr lang="fr-FR" sz="2000" dirty="0" err="1">
                <a:solidFill>
                  <a:schemeClr val="bg1"/>
                </a:solidFill>
              </a:rPr>
              <a:t>Tkinter</a:t>
            </a:r>
            <a:r>
              <a:rPr lang="fr-FR" sz="2000" dirty="0">
                <a:solidFill>
                  <a:schemeClr val="bg1"/>
                </a:solidFill>
              </a:rPr>
              <a:t> afin de les afficher sur des fenêtres pour faire un meilleur rendu visuel en interface graphique.</a:t>
            </a:r>
          </a:p>
          <a:p>
            <a:r>
              <a:rPr lang="fr-FR" sz="2000" dirty="0">
                <a:solidFill>
                  <a:schemeClr val="bg1"/>
                </a:solidFill>
              </a:rPr>
              <a:t>Pour faire fonctionner notre programme, on exécute notre Main qui est associé à plusieurs autres fichiers Python comme le Controller, le Model, les différents Windows, et les fichiers de graphes. Puis pour afficher tous les graphes, nous n’avons plus qu’à exécuter le fichier Controller.</a:t>
            </a:r>
          </a:p>
        </p:txBody>
      </p:sp>
    </p:spTree>
    <p:extLst>
      <p:ext uri="{BB962C8B-B14F-4D97-AF65-F5344CB8AC3E}">
        <p14:creationId xmlns:p14="http://schemas.microsoft.com/office/powerpoint/2010/main" val="2842192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47D67ECE-83B9-F435-A2C8-9851B949A7D2}"/>
              </a:ext>
            </a:extLst>
          </p:cNvPr>
          <p:cNvPicPr>
            <a:picLocks noChangeAspect="1"/>
          </p:cNvPicPr>
          <p:nvPr/>
        </p:nvPicPr>
        <p:blipFill>
          <a:blip r:embed="rId2"/>
          <a:stretch>
            <a:fillRect/>
          </a:stretch>
        </p:blipFill>
        <p:spPr>
          <a:xfrm>
            <a:off x="0" y="0"/>
            <a:ext cx="12192000" cy="6857999"/>
          </a:xfrm>
          <a:prstGeom prst="rect">
            <a:avLst/>
          </a:prstGeom>
        </p:spPr>
      </p:pic>
      <p:sp>
        <p:nvSpPr>
          <p:cNvPr id="2" name="Titre 1">
            <a:extLst>
              <a:ext uri="{FF2B5EF4-FFF2-40B4-BE49-F238E27FC236}">
                <a16:creationId xmlns:a16="http://schemas.microsoft.com/office/drawing/2014/main" id="{D4D02A44-A920-9130-A00A-5C345BA50248}"/>
              </a:ext>
            </a:extLst>
          </p:cNvPr>
          <p:cNvSpPr>
            <a:spLocks noGrp="1"/>
          </p:cNvSpPr>
          <p:nvPr>
            <p:ph type="title"/>
          </p:nvPr>
        </p:nvSpPr>
        <p:spPr/>
        <p:txBody>
          <a:bodyPr/>
          <a:lstStyle/>
          <a:p>
            <a:r>
              <a:rPr lang="fr-FR" dirty="0">
                <a:solidFill>
                  <a:schemeClr val="bg1"/>
                </a:solidFill>
              </a:rPr>
              <a:t>Qu’est-ce qu’on a appris ?</a:t>
            </a:r>
          </a:p>
        </p:txBody>
      </p:sp>
      <p:sp>
        <p:nvSpPr>
          <p:cNvPr id="3" name="Espace réservé du contenu 2">
            <a:extLst>
              <a:ext uri="{FF2B5EF4-FFF2-40B4-BE49-F238E27FC236}">
                <a16:creationId xmlns:a16="http://schemas.microsoft.com/office/drawing/2014/main" id="{45A6906D-4485-0972-1ECA-0FB538F769BD}"/>
              </a:ext>
            </a:extLst>
          </p:cNvPr>
          <p:cNvSpPr>
            <a:spLocks noGrp="1"/>
          </p:cNvSpPr>
          <p:nvPr>
            <p:ph idx="1"/>
          </p:nvPr>
        </p:nvSpPr>
        <p:spPr/>
        <p:txBody>
          <a:bodyPr>
            <a:normAutofit/>
          </a:bodyPr>
          <a:lstStyle/>
          <a:p>
            <a:r>
              <a:rPr lang="fr-FR" sz="2000" dirty="0">
                <a:solidFill>
                  <a:schemeClr val="bg1"/>
                </a:solidFill>
              </a:rPr>
              <a:t>Pendant la création de notre projet, nous avons eu l’occasion à apprendre de nouvelles choses : en premier temps le langage Pandas qui est un tout nouveau langage, ainsi que le langage </a:t>
            </a:r>
            <a:r>
              <a:rPr lang="fr-FR" sz="2000" dirty="0" err="1">
                <a:solidFill>
                  <a:schemeClr val="bg1"/>
                </a:solidFill>
              </a:rPr>
              <a:t>Tkinter</a:t>
            </a:r>
            <a:r>
              <a:rPr lang="fr-FR" sz="2000">
                <a:solidFill>
                  <a:schemeClr val="bg1"/>
                </a:solidFill>
              </a:rPr>
              <a:t>.</a:t>
            </a:r>
            <a:endParaRPr lang="fr-FR" sz="2000" dirty="0">
              <a:solidFill>
                <a:schemeClr val="bg1"/>
              </a:solidFill>
            </a:endParaRPr>
          </a:p>
        </p:txBody>
      </p:sp>
    </p:spTree>
    <p:extLst>
      <p:ext uri="{BB962C8B-B14F-4D97-AF65-F5344CB8AC3E}">
        <p14:creationId xmlns:p14="http://schemas.microsoft.com/office/powerpoint/2010/main" val="1622770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C03D992C-7FE3-E2CE-43DA-2999E0D65DE7}"/>
              </a:ext>
            </a:extLst>
          </p:cNvPr>
          <p:cNvPicPr>
            <a:picLocks noChangeAspect="1"/>
          </p:cNvPicPr>
          <p:nvPr/>
        </p:nvPicPr>
        <p:blipFill>
          <a:blip r:embed="rId2"/>
          <a:stretch>
            <a:fillRect/>
          </a:stretch>
        </p:blipFill>
        <p:spPr>
          <a:xfrm>
            <a:off x="0" y="1217"/>
            <a:ext cx="12194165" cy="6856783"/>
          </a:xfrm>
          <a:prstGeom prst="rect">
            <a:avLst/>
          </a:prstGeom>
        </p:spPr>
      </p:pic>
      <p:sp>
        <p:nvSpPr>
          <p:cNvPr id="2" name="Titre 1">
            <a:extLst>
              <a:ext uri="{FF2B5EF4-FFF2-40B4-BE49-F238E27FC236}">
                <a16:creationId xmlns:a16="http://schemas.microsoft.com/office/drawing/2014/main" id="{CD6317DF-2EAB-CBDD-6BAF-80C36163D0EB}"/>
              </a:ext>
            </a:extLst>
          </p:cNvPr>
          <p:cNvSpPr>
            <a:spLocks noGrp="1"/>
          </p:cNvSpPr>
          <p:nvPr>
            <p:ph type="title"/>
          </p:nvPr>
        </p:nvSpPr>
        <p:spPr>
          <a:xfrm>
            <a:off x="2201174" y="2478597"/>
            <a:ext cx="10515600" cy="1325563"/>
          </a:xfrm>
        </p:spPr>
        <p:txBody>
          <a:bodyPr/>
          <a:lstStyle/>
          <a:p>
            <a:r>
              <a:rPr lang="fr-FR" dirty="0">
                <a:solidFill>
                  <a:schemeClr val="bg1"/>
                </a:solidFill>
              </a:rPr>
              <a:t>Merci pour votre écoute les </a:t>
            </a:r>
            <a:r>
              <a:rPr lang="fr-FR" dirty="0" err="1">
                <a:solidFill>
                  <a:schemeClr val="bg1"/>
                </a:solidFill>
              </a:rPr>
              <a:t>frr</a:t>
            </a:r>
            <a:endParaRPr lang="fr-FR" dirty="0">
              <a:solidFill>
                <a:schemeClr val="bg1"/>
              </a:solidFill>
            </a:endParaRPr>
          </a:p>
        </p:txBody>
      </p:sp>
    </p:spTree>
    <p:extLst>
      <p:ext uri="{BB962C8B-B14F-4D97-AF65-F5344CB8AC3E}">
        <p14:creationId xmlns:p14="http://schemas.microsoft.com/office/powerpoint/2010/main" val="387563385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TotalTime>
  <Words>299</Words>
  <Application>Microsoft Office PowerPoint</Application>
  <PresentationFormat>Grand écran</PresentationFormat>
  <Paragraphs>15</Paragraphs>
  <Slides>5</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5</vt:i4>
      </vt:variant>
    </vt:vector>
  </HeadingPairs>
  <TitlesOfParts>
    <vt:vector size="9" baseType="lpstr">
      <vt:lpstr>Aptos</vt:lpstr>
      <vt:lpstr>Aptos Display</vt:lpstr>
      <vt:lpstr>Arial</vt:lpstr>
      <vt:lpstr>Thème Office</vt:lpstr>
      <vt:lpstr>Présentation du projet Python</vt:lpstr>
      <vt:lpstr>C’est quoi une Interface Homme Machine (IHM)</vt:lpstr>
      <vt:lpstr>Comment fonctionne notre IHM</vt:lpstr>
      <vt:lpstr>Qu’est-ce qu’on a appris ?</vt:lpstr>
      <vt:lpstr>Merci pour votre écoute les frr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kaltrachia</dc:creator>
  <cp:lastModifiedBy>kaltrachia</cp:lastModifiedBy>
  <cp:revision>4</cp:revision>
  <dcterms:created xsi:type="dcterms:W3CDTF">2026-03-09T10:58:55Z</dcterms:created>
  <dcterms:modified xsi:type="dcterms:W3CDTF">2026-03-10T14:34:18Z</dcterms:modified>
</cp:coreProperties>
</file>